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4457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2563EB"/>
                </a:solidFill>
              </a:defRPr>
            </a:pPr>
            <a:r>
              <a:t>ALBUM HÌNH ẢNH &amp; GIỚI THIỆU PHẦN MỀM</a:t>
            </a:r>
          </a:p>
          <a:p>
            <a:pPr>
              <a:defRPr sz="3000" b="1">
                <a:solidFill>
                  <a:srgbClr val="0F172A"/>
                </a:solidFill>
              </a:defRPr>
            </a:pPr>
            <a:r>
              <a:t>HỆ THỐNG THỜI TRANG N&amp;B FASHION</a:t>
            </a:r>
          </a:p>
          <a:p>
            <a:pPr>
              <a:spcAft>
                <a:spcPts val="2800"/>
              </a:spcAft>
              <a:defRPr sz="1600">
                <a:solidFill>
                  <a:srgbClr val="2563EB"/>
                </a:solidFill>
              </a:defRPr>
            </a:pPr>
            <a:r>
              <a:t>Bộ Ảnh Chụp Thực Tế 8 Màn Hình Tính Năng (Tỷ Lệ Chuẩn 100%)</a:t>
            </a:r>
          </a:p>
          <a:p>
            <a:pPr>
              <a:spcAft>
                <a:spcPts val="3000"/>
              </a:spcAft>
              <a:defRPr sz="1300">
                <a:solidFill>
                  <a:srgbClr val="64748B"/>
                </a:solidFill>
              </a:defRPr>
            </a:pPr>
            <a:r>
              <a:t>Minh họa chi tiết: Cửa hàng TMĐT, Bộ lọc, Chi tiết sản phẩm, AI Stylist, Thử đồ 3D và Bưu cục GHN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Nhóm phát triển: Võ Minh Nhật  &amp;  Phạm Lê Gia Bảo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Trang Chủ &amp; Banner Thương Hiệu N&amp;B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Giao diện hiện đại, sang trọng, định hình phong cách thời trang cao cấp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Banner thương hiệu N&amp;B Atelier chuyên nghiệp, phong cách tối giản.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Hiển thị bộ sưu tập nổi bật mùa mới (Áo thun, Sơ mi, Quần dài, Váy).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Thanh điều hướng thông minh: Phân loại đồ Nam, đồ Nữ, Giỏ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Tích hợp nút kích hoạt nhanh Trợ lý AI Stylist ở góc phải màn hình.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78294"/>
            <a:ext cx="6400800" cy="35986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Danh Mục Sản Phẩm &amp; Bộ Lọc Đa Chiều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55 dòng sản phẩm cao cấp, 118 màu có hình studio và lọc thông minh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Kho sản phẩm lớn: 55 dòng thời trang cao cấp với 118 biến thể màu.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Bộ lọc kích thước: Lọc nhanh theo size S, M, L, XL.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Bộ lọc mức giá: Kéo thanh trượt chọn khoảng giá mong muốn.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Lưới hiển thị sản phẩm trực quan, hiển thị tag giá và màu sắc sắc nét.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2_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78294"/>
            <a:ext cx="6400800" cy="35986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Trang Chi Tiết Sản Phẩm &amp; Nút Thử Đồ 3D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Thông tin chất liệu, chọn màu sắc thời gian thực và liên kết phòng thử 3D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Ảnh chụp studio phóng to chi tiết góc trước và góc sau sản phẩm.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Bảng chọn biến thể màu sắc (Color Swatches) trực quan.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chọn size S / M / L / XL kèm hướng dẫn kích cỡ.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'Thử đồ 3D': Chuyển ngay sản phẩm sang phòng thử đồ 3D để ướm thử.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3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78294"/>
            <a:ext cx="6400800" cy="35986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Trợ Lý AI Stylist &amp; Thẻ Combo Mua Sắm 1-Chạm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Phối đồ cá nhân hóa dựa trên số đo, lịch sử tìm kiếm và đơn hàng cũ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Chatbox AI Stylist kết nối mô hình Google Gemini LLM phản hồi nhanh.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Cá nhân hóa theo số đo Chiều cao/Cân nặng để tư vấn size chuẩn xác.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Đọc lịch sử tìm kiếm &amp; đơn cũ để gợi ý phối chéo với tủ đồ có sẵn.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Tự động ghép 1 Áo + 1 Quần có ảnh thật, giá tiền, nút 'Thêm giỏ' và 'Mua ngay' 1-chạm.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5_styl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78294"/>
            <a:ext cx="6400800" cy="35986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Phòng Thử Đồ 3D (Virtual Try-On WebGL)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Ướm trang phục trực quan trên trình duyệt Web không cần cài cắm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Avatar 3D tự động co giãn theo số đo Chiều cao &amp; Cân nặng người dùng.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Chạy mượt mà trên nền tảng Three.js / WebGL, xoay 360 độ linh hoạt.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Thử các mẫu trang phục: Sơ mi Oxford, Áo thun Graphic, Quần tây đen, Váy.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Đổi màu sắc trang phục linh hoạt theo các phiên bản màu sẵn có trong kho.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4_try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78294"/>
            <a:ext cx="6400800" cy="35986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Dashboard Quản Trị Đơn Hàng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Theo dõi tình trạng đơn hàng toàn hệ thống và điều phối giao vận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Dashboard Admin: Quản lý danh sách đơn hàng đã đặt của khách.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Xem chi tiết sản phẩm, số đo khách hàng, số điện thoại và địa chỉ giao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duyệt đơn chuyển trạng thái sang Chuẩn bị đóng gói.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Nút 'Tạo vận đơn GHN': Gọi API bưu điện Giao Hàng Nhanh sinh mã bưu cục thật.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6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78294"/>
            <a:ext cx="6400800" cy="3598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Bưu Cục Giao Hàng Nhanh Thật (5sao.ghn.dev)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Đơn hàng được đồng bộ tự động lên cổng bưu tá chính thức của GHN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Kết nối API GHN Sandbox thực tế với Shop ID chính thức: 233442.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Tự động tính cước vận chuyển chuẩn bưu điện và khớp tiền thu hộ COD.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Đơn hàng hiển thị ngay lập tức trên hệ thống điều phối bưu tá GHN.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Mã vận đơn chính thức (VD: LYQGW4) cập nhật xuyên suốt cho khách tra cứu.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7_gh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849" y="1554480"/>
            <a:ext cx="318550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MÀN HÌNH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Phiếu In Giao Hàng Bưu Điện Khổ A4/A5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Tự động sinh mã vạch Barcode SVG, ô tiền COD nổi bật để dán thùng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41148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749039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</a:defRPr>
            </a:pPr>
            <a:r>
              <a:t>CÁC ĐIỂM NỔI BẬT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1-Click bấm 'In phiếu giao hàng / Xuất PDF' ngay trên giao diện đơn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Mẫu in chuẩn bưu điện: Thông tin shop gửi, thông tin người nhận rõ ràng.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Mã vạch Barcode SVG sắc nét phục vụ máy quét bưu cục khi lấy hàng.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✔ Khung tiền thu hộ COD nổi bật và chữ ký bàn giao chuẩn quy cách.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640080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hot_08_ghn_print_sl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02468"/>
            <a:ext cx="6400800" cy="27503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TỔNG KẾT PHẦN MỀM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Tiến Độ Tính Năng: Đã Xong &amp; Đang Triển Khai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Báo cáo rõ ràng các phần đã vận hành tốt và các tính năng còn đang hoàn thiện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6A34A"/>
                </a:solidFill>
              </a:defRPr>
            </a:pPr>
            <a:r>
              <a:t>TÍNH NĂNG ĐÃ VẬN HÀNH TỐT (XONG)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Cửa hàng TMĐT: Duyệt 55 sản phẩm, giỏ hàng, đặt hàng COD, khóa chống trùng đơn.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Trợ lý AI Stylist: Tư vấn vóc dáng, cá nhân hóa theo tìm kiếm &amp; đơn cũ.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Gợi ý 1 Áo + 1 Quần kèm nút Mua ngay 1-chạm.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Phòng thử đồ 3D: Avatar co giãn theo số đo, xoay 360 độ, đổi màu sắc trang phục.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Quản trị Admin &amp; GHN: Tạo mã vận đơn bưu điện thật, in phiếu giao hàng A4/A5.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Bộ kiểm thử tự động: 78 pytest, 60 node test, 70 vitest pass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530352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TÍNH NĂNG CHƯA XONG / ĐANG LÀM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Cổng thanh toán Chuyển khoản tự động: Hiện mới hỗ trợ thanh toán khi nhận hàng (COD), chưa tích hợp xong cổng đối soát tiền chuyển khoản qua ngân hàng.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Thử đồ thời gian thực qua Webcam: Tính năng ướm thử trang phục trực tiếp qua camera máy tính/điện thoại người dùng đang trong giai đoạn nghiên cứu.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Tinh chỉnh hiển thị phòng 3D: Cần hoàn thiện thêm độ khớp của phom đồ 3D và tối ưu hiệu năng hiển thị trên thiết bị di động (Mobile WebGL).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