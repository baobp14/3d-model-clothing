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10360152" cy="5212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188720"/>
            <a:ext cx="9445752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BÁO CÁO TIẾN ĐỘ ĐỒ ÁN TỐT NGHIỆP — HỌC KỲ I (2026)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HỆ THỐNG TMĐT THỜI TRANG N&amp;B ATELIER</a:t>
            </a:r>
          </a:p>
          <a:p>
            <a:pPr>
              <a:spcAft>
                <a:spcPts val="2400"/>
              </a:spcAft>
              <a:defRPr sz="1700">
                <a:solidFill>
                  <a:srgbClr val="2563EB"/>
                </a:solidFill>
              </a:defRPr>
            </a:pPr>
            <a:r>
              <a:t>Tích Hợp Thử Đồ 3D, Trợ Lý AI Stylist &amp; Vận Hành Logistics</a:t>
            </a:r>
          </a:p>
          <a:p>
            <a:pPr>
              <a:spcAft>
                <a:spcPts val="3600"/>
              </a:spcAft>
              <a:defRPr sz="1300">
                <a:solidFill>
                  <a:srgbClr val="64748B"/>
                </a:solidFill>
              </a:defRPr>
            </a:pPr>
            <a:r>
              <a:t>Báo cáo tiến độ: Chi tiết các tính năng đã hoàn thành và các hạng mục đang triển khai</a:t>
            </a:r>
          </a:p>
          <a:p>
            <a:pPr>
              <a:spcAft>
                <a:spcPts val="600"/>
              </a:spcAft>
              <a:defRPr sz="1400" b="1">
                <a:solidFill>
                  <a:srgbClr val="1E293B"/>
                </a:solidFill>
              </a:defRPr>
            </a:pPr>
            <a:r>
              <a:t>Giảng viên hướng dẫn:  ThS. Võ Anh Tiến</a:t>
            </a:r>
          </a:p>
          <a:p>
            <a:pPr>
              <a:defRPr sz="1400" b="1">
                <a:solidFill>
                  <a:srgbClr val="1E293B"/>
                </a:solidFill>
              </a:defRPr>
            </a:pPr>
            <a:r>
              <a:t>Sinh viên thực hiện:      Võ Minh Nhật  &amp;  Phạm Lê Gia Bảo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01. TỔNG QUAN TIẾN ĐỘ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Tiến Độ Triển Khai: Đã Làm Tới Đâu?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Phân định rõ các tính năng đã làm xong và các hạng mục còn lại đang tiếp tục hoàn thiện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9377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16A34A"/>
                </a:solidFill>
              </a:defRPr>
            </a:pPr>
            <a:r>
              <a:t>CÁC HẠNG MỤC ĐÃ HOÀN THÀNH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✔ Danh mục &amp; Dữ liệu sản phẩm: 55 món, 118 màu có ảnh studio 2 góc, bộ lọc size và giá.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✔ Giỏ hàng &amp; Đặt hàng COD: Đồng bộ giỏ, cơ chế khóa checkout chống race-condition &amp; trùng đơn.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✔ Trợ lý AI Stylist (Gemini LLM): Cá nhân hóa theo số đo, lịch sử tìm kiếm và lịch sử đơn hàng cũ.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✔ Thẻ Combo Mua Sắm: Tự động ghép 1 Áo + 1 Quần có ảnh thật, giá thật, nút 'Thêm giỏ' &amp; 'Mua ngay'.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✔ Phòng thử đồ 3D cơ bản: Avatar co giãn theo số đo, xoay 360 độ, đổi màu, thẻ Fit Card đo độ vừa.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✔ Admin &amp; Logistics GHN: Duyệt đơn, 1-click tạo mã vận đơn bưu cục GHN thật, in phiếu bưu điện A4/A5.</a:t>
            </a:r>
          </a:p>
          <a:p>
            <a:pPr>
              <a:spcAft>
                <a:spcPts val="500"/>
              </a:spcAft>
              <a:defRPr sz="1050">
                <a:solidFill>
                  <a:srgbClr val="1E293B"/>
                </a:solidFill>
              </a:defRPr>
            </a:pPr>
            <a:r>
              <a:t>✔ Hệ thống kiểm thử: 78 pytest, 60 node tests, 70 vitest UI tests đều pass.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1737360"/>
            <a:ext cx="493776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192024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D97706"/>
                </a:solidFill>
              </a:defRPr>
            </a:pPr>
            <a:r>
              <a:t>CÁC HẠNG MỤC ĐANG TRIỂN KHAI (CHƯA XONG)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⏳ Cổng thanh toán Chuyển khoản tự động: Hiện mới hỗ trợ thanh toán khi nhận hàng (COD), chưa tích hợp xong cổng đối soát tiền chuyển khoản qua ngân hàng.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⏳ Thử đồ thời gian thực qua Webcam (Webcam AR / AI Try-On): Tính năng ướm thử trang phục trực tiếp qua camera máy tính/điện thoại người dùng đang trong giai đoạn nghiên cứu.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⏳ Tinh chỉnh hiển thị phòng 3D: Cần hoàn thiện thêm độ khớp của phom đồ 3D và tối ưu hiệu năng hiển thị trên thiết bị di động (Mobile WebGL).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⏳ Hoàn thiện cuốn thuyết minh luận văn: Tiếp tục viết và chuẩn hóa theo biểu mẫu của khoa và nhà trường.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02. LUỒNG NGHIỆP VỤ ĐÃ LÀM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Luồng Mua Sắm TMĐT &amp; Đặt Hàng COD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Đã hoàn thành các chức năng duyệt hàng, quản lý giỏ hàng và đặt hàng an toàn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1546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788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1. DANH MỤC &amp; TÌM KIẾM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55 dòng sản phẩm cao cấp: Sơ mi, Áo thun nam/nữ, Quần dài, Chân váy.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118 biến thể màu sắc có ảnh chụp studio góc trước và góc sau chi tiết.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Bộ lọc đa chiều: Lọc theo kích thước (S/M/L/XL), phân loại, khoảng giá tiền.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Tìm kiếm thông minh: Tự động lưu 5 từ khóa tìm kiếm gần nhất của khách hàng.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37360"/>
            <a:ext cx="31546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920240"/>
            <a:ext cx="2788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2. GIỎ HÀNG &amp; CHỐNG TRÙNG ĐƠN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Cập nhật số lượng và thành tiền tức thì trên giao diện giỏ hàng.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Đồng bộ giỏ hàng theo tài khoản Supabase Auth và lưu LocalStorage.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Cơ chế Khóa Checkout: Chống mở nhiều tab bấm đặt cùng lúc, ngăn trùng đơn.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Trừ tồn kho an toàn: Kiểm tra tồn kho trước khi tạo đơn hàng.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737360"/>
            <a:ext cx="31546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920240"/>
            <a:ext cx="2788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3. ĐẶT HÀNG COD &amp; SỔ ĐỊA CHỈ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Sổ địa chỉ: Lưu nhiều địa chỉ nhận hàng, tự động điền thông tin nhanh chóng.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Thanh toán COD: Nhận hàng kiểm tra và thanh toán tiền mặt qua bưu tá.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Lưu ý tiến độ: Phần thanh toán chuyển khoản ngân hàng tự động đang tiếp tục tích hợp.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Khách hàng xem lại danh sách đơn hàng đã mua tại trang Tài khoản.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03. LUỒNG NGHIỆP VỤ ĐÃ LÀM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Trợ Lý AI Stylist &amp; Thẻ Combo Mua Sắm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Tư vấn phối đồ cá nhân hóa dựa trên dữ liệu người dùng và hỗ trợ mua nhanh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1546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788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1. CHATBOX AI STYLIST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Tích hợp mô hình ngôn ngữ lớn Google Gemini API, phản hồi nhanh chóng.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Đóng vai trợ lý thời trang N&amp;B, tư vấn lịch thiệp, phân tích vóc dáng qua Chiều cao &amp; Cân nặng.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Đề xuất size áo quần chuẩn (S, M, L, XL) phù hợp với tạng người.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Giải thích nguyên lý phối màu (tương phản màu sắc giúp tôn dáng, thanh thoát).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37360"/>
            <a:ext cx="31546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920240"/>
            <a:ext cx="2788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2. CÁ NHÂN HÓA ĐA NGUỒN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Lịch sử tìm kiếm gần đây: Nhận diện sở thích khách đang tìm kiếm để gợi ý đúng gu.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Lịch sử đơn hàng đã đặt: Khéo léo gợi ý món đồ mới có thể phối chéo (mix &amp; match) với đồ cũ đã mua.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Giỏ hàng hiện tại: Tránh gợi ý trùng món đang chọn và tìm món bổ trợ.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Ràng buộc kho hàng thật: 100% sản phẩm gợi ý đều có thật trong kho N&amp;B.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737360"/>
            <a:ext cx="31546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920240"/>
            <a:ext cx="2788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3. THẺ COMBO MUA SẮM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Tự động hiển thị Thẻ Combo trực quan ngay trong khung chat (1 Áo + 1 Quần).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Hiển thị ảnh studio thật, tên tiếng Việt, giá niêm yết và tổng tiền combo.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Nút '🛍️ Thêm vào giỏ': Thêm cùng lúc cả 2 món đúng size vào giỏ hàng chỉ trong 1 click.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Nút '⚡ Mua ngay': Đưa cả set đồ vào giỏ và chuyển thẳng sang trang Thanh toán.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04. LUỒNG NGHIỆP VỤ ĐÃ LÀM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Phòng Thử Đồ 3D (Virtual Try-On)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Trực quan hóa trang phục trên trình duyệt Web và đánh giá độ vừa vặn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1546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788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1. AVATAR THEO SỐ ĐO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Avatar 3D tự động co giãn theo số đo Chiều cao &amp; Cân nặng của khách.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Thiết lập chốt chặn an toàn (Safe Clamping) tránh biến dạng phần ngực và eo.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Hỗ trợ cả người mẫu Nam (chuẩn form M1) và Nữ (chuẩn form F2).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Tải phân đoạn thông minh giúp phòng thử 3D khởi động nhanh.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37360"/>
            <a:ext cx="31546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920240"/>
            <a:ext cx="2788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2. TƯƠNG TÁC 3D TRÊN WEB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Chạy trực tiếp trên trình duyệt Web bằng WebGL / Three.js mượt mà.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Xoay 360 độ, phóng to/thu nhỏ, ngắm phom dáng từ nhiều góc nhìn.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Thử các sản phẩm: Áo sơ mi Oxford, Áo thun Graphic, Quần tây, Chân váy.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Đổi màu sắc trang phục theo các phiên bản màu sẵn có trong kho.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737360"/>
            <a:ext cx="31546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920240"/>
            <a:ext cx="2788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3. THẺ ĐÁNH GIÁ VỪA VẶN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Tự động tính độ dư cử động: Chênh lệch giữa chu vi áo/quần và số đo thực.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Hiển thị thông số rõ ràng: 'Vòng ngực của bạn 80cm · Vòng áo 92cm (+12cm)'.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Đánh giá độ vừa vặn: Báo 'Vừa vặn hoàn hảo' hoặc cảnh báo chật/rộng.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Đang tiếp tục hoàn thiện: Tinh chỉnh độ tự nhiên của phom rủ vải 3D.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05. LUỒNG NGHIỆP VỤ ĐÃ LÀM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Quản Trị Admin &amp; Vận Chuyển Bưu Cục GHN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Đã kết nối thành công quy trình tạo vận đơn bưu cục và in phiếu đóng hàng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1546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788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1. DASHBOARD QUẢN TRỊ ADMIN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Giao diện quản lý toàn bộ danh sách đơn hàng đã đặt của khách.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Xem chi tiết sản phẩm, số đo khách hàng, số điện thoại và địa chỉ giao hàng.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Nút duyệt đơn chuyển trạng thái sang Chuẩn bị đóng gói.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Phân quyền quản trị Admin bảo mật qua Supabase Row-Level Security.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37360"/>
            <a:ext cx="31546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920240"/>
            <a:ext cx="2788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2. TÍCH HỢP BƯU CỤC GHN THẬT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Kết nối trực tiếp API Giao Hàng Nhanh (GHN Dev Gateway Sandbox).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1-click bấm 'Tạo vận đơn GHN': Tự động truyền thông tin kiện hàng và tiền COD.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Bưu điện GHN phản hồi mã vận đơn bưu cục chính thức (VD: LYQGW4).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Đơn hàng xuất hiện tức thì trên bảng điều khiển bưu tá bưu điện https://5sao.ghn.dev.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737360"/>
            <a:ext cx="315468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1920240"/>
            <a:ext cx="27889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</a:defRPr>
            </a:pPr>
            <a:r>
              <a:t>3. IN PHIẾU ĐÓNG HÀNG &amp; TRACKING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Bấm 'In phiếu giao hàng': Xuất mẫu phiếu in chuẩn bưu điện khổ A4/A5.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Tự động tạo mã vạch Barcode SVG, thông tin người gửi/nhận và số tiền COD.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Hỗ trợ in trực tiếp hoặc lưu file PDF để dán lên thùng hàng đóng gói.</a:t>
            </a:r>
          </a:p>
          <a:p>
            <a:pPr>
              <a:spcAft>
                <a:spcPts val="800"/>
              </a:spcAft>
              <a:defRPr sz="1100">
                <a:solidFill>
                  <a:srgbClr val="1E293B"/>
                </a:solidFill>
              </a:defRPr>
            </a:pPr>
            <a:r>
              <a:t>• Khách hàng bấm vào mã vận đơn để tra cứu hành trình bưu phẩm trực tiếp.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06. KẾ HOẠCH TIẾP THEO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Các Hạng Mục Cần Hoàn Thiện &amp; Lộ Trình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Nhiệm vụ trọng tâm trong giai đoạn nước rút chuẩn bị bảo vệ Đồ án Tốt nghiệp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48920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526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D97706"/>
                </a:solidFill>
              </a:defRPr>
            </a:pPr>
            <a:r>
              <a:t>CÁC CHỨC NĂNG CẦN HOÀN THIỆN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⏳ Tích hợp cổng Thanh toán Chuyển khoản tự động: Hoàn thiện luồng quét mã QR và webhook ngân hàng tự động xác nhận đơn khi nhận được tiền.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⏳ Tích hợp Thử đồ Realtime qua Webcam (Webcam AR / AI Try-On): Nghiên cứu và bổ sung tính năng thử đồ trực tiếp qua camera máy tính/điện thoại người dùng.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⏳ Tinh chỉnh hiển thị 3D: Cải thiện thêm độ ăn khớp giữa áo và quần, tối ưu hóa tốc độ tải trên điện thoại.</a:t>
            </a:r>
          </a:p>
          <a:p>
            <a:pPr>
              <a:spcAft>
                <a:spcPts val="1000"/>
              </a:spcAft>
              <a:defRPr sz="1100">
                <a:solidFill>
                  <a:srgbClr val="1E293B"/>
                </a:solidFill>
              </a:defRPr>
            </a:pPr>
            <a:r>
              <a:t>⏳ Kiểm thử bảo đảm chất lượng: Duy trì bộ kiểm thử tự động (78 pytest, 60 node test, 70 vitest).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737360"/>
            <a:ext cx="4892040" cy="4663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0" y="1920240"/>
            <a:ext cx="4526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2563EB"/>
                </a:solidFill>
              </a:defRPr>
            </a:pPr>
            <a:r>
              <a:t>LỘ TRÌNH THỰC HIỆN (11/2026 – 12/2026)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➔ Tháng 11/2026: Tích hợp cổng thanh toán chuyển khoản và nghiên cứu thử nghiệm module Webcam AR.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➔ Tháng 11/2026: Tối ưu hóa giao diện di động và hoàn thiện độ khớp đồ 3D.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➔ Đầu 12/2026: Soạn thảo và hoàn thiện cuốn báo cáo luận văn tốt nghiệp theo đúng chuẩn format trường.</a:t>
            </a:r>
          </a:p>
          <a:p>
            <a:pPr>
              <a:spcAft>
                <a:spcPts val="1200"/>
              </a:spcAft>
              <a:defRPr sz="1100">
                <a:solidFill>
                  <a:srgbClr val="1E293B"/>
                </a:solidFill>
              </a:defRPr>
            </a:pPr>
            <a:r>
              <a:t>➔ Giữa 12/2026: Chuẩn bị kịch bản và video demo dự phòng, tiến hành bảo vệ Đồ án Tốt nghiệp chính thức.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