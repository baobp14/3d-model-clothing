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0152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2563EB"/>
                </a:solidFill>
              </a:defRPr>
            </a:pPr>
            <a:r>
              <a:t>GIỚI THIỆU TỔNG QUAN PHẦN MỀM</a:t>
            </a:r>
          </a:p>
          <a:p>
            <a:pPr>
              <a:defRPr sz="3000" b="1">
                <a:solidFill>
                  <a:srgbClr val="0F172A"/>
                </a:solidFill>
              </a:defRPr>
            </a:pPr>
            <a:r>
              <a:t>NỀN TẢNG THỜI TRANG N&amp;B FASHION</a:t>
            </a:r>
          </a:p>
          <a:p>
            <a:pPr>
              <a:spcAft>
                <a:spcPts val="2800"/>
              </a:spcAft>
              <a:defRPr sz="1600">
                <a:solidFill>
                  <a:srgbClr val="2563EB"/>
                </a:solidFill>
              </a:defRPr>
            </a:pPr>
            <a:r>
              <a:t>Tích Hợp Cửa Hàng TMĐT, Trợ Lý AI Stylist &amp; Thử Đồ 3D Web</a:t>
            </a:r>
          </a:p>
          <a:p>
            <a:pPr>
              <a:spcAft>
                <a:spcPts val="3000"/>
              </a:spcAft>
              <a:defRPr sz="1300">
                <a:solidFill>
                  <a:srgbClr val="64748B"/>
                </a:solidFill>
              </a:defRPr>
            </a:pPr>
            <a:r>
              <a:t>Báo cáo trực quan các màn hình tính năng và quy trình luồng hoạt động thực tế của ứng dụng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Nhóm phát triển: Võ Minh Nhật  &amp;  Phạm Lê Gia Bảo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CHỨC NĂNG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Cửa Hàng TMĐT: Xem Sản Phẩm &amp; Đặt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Giao diện mua sắm hiện đại, phân loại thời trang và đặt hàng an toàn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 ĐÃ HOÀN THÀNH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55 dòng sản phẩm cao cấp: Sơ mi Oxford, Áo thun Graphic, Quần tây, Chân váy.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118 biến thể màu sắc có ảnh chụp studio góc trước và góc sau.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Bộ lọc đa chiều: Lọc theo kích thước (S/M/L/XL), phân loại, khoảng giá.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Tự động lưu lịch sử tìm kiếm người dùng (để gợi ý đúng gu).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Giỏ hàng thời gian thực, cơ chế khóa Checkout chống trùng đơn.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Thanh toán nhận hàng COD an toàn, lưu sổ địa chỉ đa điểm.</a:t>
            </a:r>
          </a:p>
        </p:txBody>
      </p:sp>
      <p:pic>
        <p:nvPicPr>
          <p:cNvPr id="8" name="Picture 7" descr="screenshot_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CHỨC NĂNG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Trợ Lý AI Stylist &amp; Thẻ Combo Mua Sắm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Tư vấn phối đồ thông minh theo số đo và lịch sử người dùng kèm nút mua ngay 1-chạm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 ĐÃ HOÀN THÀNH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Chatbox AI Stylist: Tích hợp Google Gemini LLM phản hồi nhanh.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Đoán size thông minh: Nhận diện chiều cao/cân nặng để khuyên size chuẩn.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Cá nhân hóa theo lịch sử tìm kiếm: Bắt đúng phong cách khách đang tìm.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Cá nhân hóa theo đơn hàng cũ: Gợi ý đồ mới phối chéo với đồ cũ trong tủ.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Thẻ Combo Mua Sắm: Tự động ghép 1 Áo + 1 Quần có ảnh thật và giá tiền.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Nút 'Thêm vào giỏ' &amp; 'Mua ngay': Mua nguyên set chỉ trong 1 lần click.</a:t>
            </a:r>
          </a:p>
        </p:txBody>
      </p:sp>
      <p:pic>
        <p:nvPicPr>
          <p:cNvPr id="8" name="Picture 7" descr="screenshot_sty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CHỨC NĂNG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Phòng Thử Đồ 3D (Virtual Try-On WebGL)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Mô phỏng trang phục 3D trực tiếp trên trình duyệt Web không cần cài cắm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 ĐÃ HOÀN THÀNH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Avatar 3D tự động co giãn theo Chiều cao &amp; Cân nặng của khách.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Hỗ trợ cả người mẫu Nam (chuẩn M1) và Nữ (chuẩn F2).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Chạy mượt mà trên nền tảng Three.js / WebGL, xoay 360 độ linh hoạt.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Thử các sản phẩm: Áo sơ mi Oxford, Áo thun Graphic, Quần tây đen, Váy.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Đổi màu sắc áo quần linh hoạt theo kho hàng.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Thẻ Fit Card đo độ dư cử động (+11.8cm) và đánh giá độ vừa vặn thực tế.</a:t>
            </a:r>
          </a:p>
        </p:txBody>
      </p:sp>
      <p:pic>
        <p:nvPicPr>
          <p:cNvPr id="8" name="Picture 7" descr="screenshot_try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CHỨC NĂNG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Quản Trị Admin &amp; Giao Vận Bưu Cục GHN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Tự động hóa hoàn toàn quy trình duyệt đơn, tạo vận đơn bưu cục và in phiếu giao hàng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 ĐÃ HOÀN THÀNH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Dashboard Admin: Theo dõi danh sách đơn hàng và thông tin khách hàng.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1-Click tạo vận đơn GHN: Gọi trực tiếp API Giao Hàng Nhanh sinh mã bưu điện thật.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Mã vận đơn xuất hiện tức thì trên hệ thống bưu tá 5sao.ghn.dev.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In phiếu đóng hàng A4/A5 chuẩn bưu điện có sẵn mã vạch Barcode SVG.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Khách hàng bấm vào mã vận đơn để tra cứu lộ trình bưu phẩm trực tiếp.</a:t>
            </a:r>
          </a:p>
        </p:txBody>
      </p:sp>
      <p:pic>
        <p:nvPicPr>
          <p:cNvPr id="8" name="Picture 7" descr="screenshot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45920"/>
            <a:ext cx="61264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TỔNG KẾT PHẦN MỀM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Tiến Độ Tính Năng: Đã Xong &amp; Đang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Báo cáo rõ ràng các phần đã vận hành tốt và các tính năng còn đang hoàn thiện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6A34A"/>
                </a:solidFill>
              </a:defRPr>
            </a:pPr>
            <a:r>
              <a:t>TÍNH NĂNG ĐÃ VẬN HÀNH TỐT (XONG)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Cửa hàng TMĐT: Duyệt 55 sản phẩm, giỏ hàng, đặt hàng COD, khóa chống trùng đơn.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Trợ lý AI Stylist: Tư vấn vóc dáng, cá nhân hóa theo tìm kiếm &amp; đơn cũ.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Thẻ Combo Mua Sắm: Gợi ý 1 Áo + 1 Quần kèm nút Mua ngay 1-chạm.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Phòng thử đồ 3D: Avatar co giãn theo số đo, xoay 360 độ, thẻ Fit Card.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Quản trị Admin &amp; GHN: Tạo mã vận đơn bưu điện thật, in phiếu giao hàng A4/A5.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Bộ kiểm thử tự động: 78 pytest, 60 node test, 70 vitest pass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97706"/>
                </a:solidFill>
              </a:defRPr>
            </a:pPr>
            <a:r>
              <a:t>TÍNH NĂNG CHƯA XONG / ĐANG LÀM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Cổng thanh toán Chuyển khoản tự động: Hiện mới hỗ trợ thanh toán khi nhận hàng (COD), chưa tích hợp xong cổng đối soát tiền chuyển khoản qua ngân hàng.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Thử đồ thời gian thực qua Webcam: Tính năng ướm thử trang phục trực tiếp qua camera máy tính/điện thoại người dùng đang trong giai đoạn nghiên cứu.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Tinh chỉnh hiển thị phòng 3D: Cần hoàn thiện thêm độ khớp của phom đồ 3D và tối ưu hiệu năng hiển thị trên thiết bị di động (Mobile WebGL).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