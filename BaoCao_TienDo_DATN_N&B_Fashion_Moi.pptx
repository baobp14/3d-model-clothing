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10360152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44575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563EB"/>
                </a:solidFill>
              </a:defRPr>
            </a:pPr>
            <a:r>
              <a:t>BÁO CÁO TIẾN ĐỘ ĐỒ ÁN TỐT NGHIỆP — HỌC KỲ I (2026)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HỆ THỐNG TMĐT THỜI TRANG N&amp;B ATELIER</a:t>
            </a:r>
          </a:p>
          <a:p>
            <a:pPr>
              <a:spcAft>
                <a:spcPts val="2400"/>
              </a:spcAft>
              <a:defRPr sz="1700">
                <a:solidFill>
                  <a:srgbClr val="2563EB"/>
                </a:solidFill>
              </a:defRPr>
            </a:pPr>
            <a:r>
              <a:t>Tích Hợp Thử Đồ 3D, Trợ Lý AI Stylist &amp; Vận Hành Logistics Tự Động</a:t>
            </a:r>
          </a:p>
          <a:p>
            <a:pPr>
              <a:spcAft>
                <a:spcPts val="3600"/>
              </a:spcAft>
              <a:defRPr sz="1300">
                <a:solidFill>
                  <a:srgbClr val="64748B"/>
                </a:solidFill>
              </a:defRPr>
            </a:pPr>
            <a:r>
              <a:t>Báo cáo chi tiết các chức năng và luồng nghiệp vụ đã hoàn thiện tính đến tháng 10/2026</a:t>
            </a:r>
          </a:p>
          <a:p>
            <a:pPr>
              <a:spcAft>
                <a:spcPts val="600"/>
              </a:spcAft>
              <a:defRPr sz="1400" b="1">
                <a:solidFill>
                  <a:srgbClr val="1E293B"/>
                </a:solidFill>
              </a:defRPr>
            </a:pPr>
            <a:r>
              <a:t>Giảng viên hướng dẫn:  ThS. Võ Anh Tiến</a:t>
            </a:r>
          </a:p>
          <a:p>
            <a:pPr>
              <a:defRPr sz="1400" b="1">
                <a:solidFill>
                  <a:srgbClr val="1E293B"/>
                </a:solidFill>
              </a:defRPr>
            </a:pPr>
            <a:r>
              <a:t>Sinh viên thực hiện:      Võ Minh Nhật  &amp;  Phạm Lê Gia Bảo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01. TỔNG QUAN TIẾN ĐỘ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Tiến Độ Triển Khai: Đã Làm Tới Đâu?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Tóm tắt 4 luồng chức năng cốt lõi và hệ thống kiểm thử đã hoàn thành 100%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7548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LUỒNG 1: MUA SẮM TMĐT  •  HOÀN THÀNH 100%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✔ Catalog 55 sản phẩm cao cấp, 118 màu có ảnh studio trước/sau.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✔ Giỏ hàng thời gian thực, lưu trữ đồng bộ phiên làm việc.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✔ Khóa Checkout chống race-condition &amp; trùng đơn hàng.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✔ Hỗ trợ thanh toán COD và quét mã VietQR ngân hàng.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737360"/>
            <a:ext cx="47548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187452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LUỒNG 2: AI STYLIST &amp; COMBO  •  HOÀN THÀNH 100%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✔ Chatbox AI tư vấn trang phục kết nối Google Gemini LLM.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✔ Cá nhân hóa theo số đo + tìm kiếm + đơn hàng đã mua.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✔ Thẻ Combo mua sắm thương mại hiển thị ảnh, giá, tổng tiền.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✔ Nút 'Thêm giỏ' &amp; 'Mua ngay' 1-chạm (loại bỏ link 3D).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47548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LUỒNG 3: THỬ ĐỒ 3D VIRTUAL  •  HOÀN THÀNH 100%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✔ Avatar 3D tự động co giãn theo Chiều cao &amp; Cân nặng.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✔ Thử đồ WebGL mượt mà: Sơ mi, Áo thun, Quần dài, Váy.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✔ Xoay 360 độ, đổi màu sắc và quan sát độ rủ sợi vải.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✔ Thẻ Fit Card đo độ dư cử động (+11.8cm) báo vừa vặn.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4023360"/>
            <a:ext cx="47548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416052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LUỒNG 4: LOGISTICS &amp; GHN  •  HOÀN THÀNH 100%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✔ Dashboard Admin duyệt đơn và quản lý kho hàng.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✔ 1-click gọi API bưu cục GHN sinh mã vận đơn thật.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✔ In phiếu đóng hàng A4/A5 chuẩn bưu điện có Barcode.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✔ Tra cứu hành trình đơn bưu phẩm trực tiếp từ hãng.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02. LUỒNG NGHIỆP VỤ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Luồng Mua Sắm E-Commerce &amp; Đặt Hàng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Quy trình mua sắm chuẩn mực từ duyệt sản phẩm đến thanh toán an toàn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1546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788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563EB"/>
                </a:solidFill>
              </a:defRPr>
            </a:pPr>
            <a:r>
              <a:t>1. DANH MỤC &amp; TÌM KIẾM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55 dòng sản phẩm cao cấp phân loại: Sơ mi, Áo thun nam/nữ, Quần dài, Chân váy.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118 biến thể màu sắc có ảnh chụp studio góc trước và góc sau chi tiết.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Bộ lọc đa chiều: Lọc theo kích thước (S/M/L/XL), phân loại, khoảng giá tiền.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Tìm kiếm thông minh: Lưu lịch sử tìm kiếm người dùng phục vụ cá nhân hóa.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37360"/>
            <a:ext cx="31546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1920240"/>
            <a:ext cx="2788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563EB"/>
                </a:solidFill>
              </a:defRPr>
            </a:pPr>
            <a:r>
              <a:t>2. GIỎ HÀNG &amp; CHỐNG TRÙNG ĐƠN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Cập nhật số lượng và thành tiền thời gian thực trên giao diện.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Đồng bộ giỏ hàng theo tài khoản Supabase Auth và LocalStorage.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Cơ chế Khóa Checkout: Ngăn mở nhiều tab đặt cùng lúc, triệt tiêu double-order.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Trừ tồn kho nguyên tử (Atomic Inventory): Bảo đảm không xảy ra oversell.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737360"/>
            <a:ext cx="31546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920240"/>
            <a:ext cx="2788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563EB"/>
                </a:solidFill>
              </a:defRPr>
            </a:pPr>
            <a:r>
              <a:t>3. THANH TOÁN &amp; ĐỊA CHỈ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Sổ địa chỉ đa điểm: Lưu nhiều địa chỉ nhận hàng, tự động điền form nhanh.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Hỗ trợ thanh toán COD: Giao hàng thu tiền hộ qua bưu cục.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Thanh toán chuyển khoản VietQR: Tự động sinh mã QR động kèm nội dung đơn.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Xác nhận đơn tức thì và gửi thông báo trạng thái đơn hàng.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03. LUỒNG NGHIỆP VỤ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Trợ Lý AI Stylist &amp; Thẻ Combo Mua Sắm 1-Chạm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Tư vấn phối đồ thông minh dựa trên dữ liệu người dùng và tạo combo mua ngay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1546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788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563EB"/>
                </a:solidFill>
              </a:defRPr>
            </a:pPr>
            <a:r>
              <a:t>1. CHATBOX AI STYLIST ĐỘC QUYỀN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Tích hợp mô hình ngôn ngữ lớn Google Gemini API phản hồi nhanh.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Đóng vai chuyên gia định hình phong cách N&amp;B, giao tiếp lịch thiệp, am hiểu thời trang.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Tự động tính BMI từ Chiều cao/Cân nặng để đưa ra nhận xét vóc dáng và size chuẩn.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Gợi ý outfit kết hợp màu sắc tương phản (High-contrast) giúp tôn dáng, chân dài.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37360"/>
            <a:ext cx="31546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1920240"/>
            <a:ext cx="2788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563EB"/>
                </a:solidFill>
              </a:defRPr>
            </a:pPr>
            <a:r>
              <a:t>2. CÁ NHÂN HÓA ĐA NGUỒN TÍN HIỆU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Lịch sử tìm kiếm gần đây: Nhận diện phong cách khách đang quan tâm để gợi ý đúng gu.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Lịch sử đơn hàng đã đặt: Khéo léo khen ngợi đồ cũ và chỉ cách phối chéo (mix &amp; match).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Giỏ hàng hiện tại: Tránh gợi ý trùng món và bổ trợ món còn thiếu.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Ràng buộc 100% kho thật: Đề xuất đúng mã sản phẩm đang có bán tại cửa hàng.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737360"/>
            <a:ext cx="31546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920240"/>
            <a:ext cx="2788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563EB"/>
                </a:solidFill>
              </a:defRPr>
            </a:pPr>
            <a:r>
              <a:t>3. THẺ COMBO MUA SẮM THƯƠNG MẠI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Tự động hiển thị Thẻ Combo trực quan ngay trong khung chat (1 Áo + 1 Quần).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Hiển thị ảnh studio thật, tên tiếng Việt, giá niêm yết và tổng tiền combo.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🛍️ Nút 'Thêm vào giỏ': Tự động đưa cả 2 món đúng size vào giỏ hàng chỉ trong 1 click.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⚡ Nút 'Mua ngay': Thêm cả 2 món và chuyển thẳng đến trang Thanh toán (Checkout).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04. LUỒNG NGHIỆP VỤ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Phòng Thử Đồ 3D Virtual Try-On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Trực quan hóa trang phục trên trình duyệt Web không cần cài đặt phần mềm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1546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788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563EB"/>
                </a:solidFill>
              </a:defRPr>
            </a:pPr>
            <a:r>
              <a:t>1. AVATAR NHÂN TRẮC HỌC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Avatar 3D tự động co giãn theo số đo Chiều cao &amp; Cân nặng người dùng.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Áp dụng chốt chặn an toàn (Safe Clamping) chống biến dạng hoặc móp méo ngực/eo.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Hỗ trợ cả người mẫu Nam (chuẩn form M1) và Nữ (chuẩn form F2).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Tải phân đoạn thông minh: Chỉ tải model cần thiết, mở phòng thử cực nhanh.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37360"/>
            <a:ext cx="31546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1920240"/>
            <a:ext cx="2788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563EB"/>
                </a:solidFill>
              </a:defRPr>
            </a:pPr>
            <a:r>
              <a:t>2. TƯƠNG TÁC 3D MƯỢT MÀ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Chạy trực tiếp trên trình duyệt bằng WebGL / Three.js và React Three Fiber.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Xoay 360 độ, phóng to/thu nhỏ, quan sát chi tiết góc trước, góc nghiêng và sau lưng.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Thử linh hoạt các loại trang phục: Áo sơ mi, Áo thun Graphic, Quần tây, Chân váy.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Tự do đổi màu trang phục theo các màu thực tế đang có sẵn trong kho.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737360"/>
            <a:ext cx="31546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920240"/>
            <a:ext cx="2788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563EB"/>
                </a:solidFill>
              </a:defRPr>
            </a:pPr>
            <a:r>
              <a:t>3. THẺ ĐÁNH GIÁ ĐỘ VỪA (FIT CARD)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Tự động tính độ dư cử động: Ease = Vòng áo/quần - Vòng đo thực của khách.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Hiển thị thông số cụ thể: 'Vòng ngực của bạn: 80cm · Vòng áo: 92cm (+12cm)'.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Huy hiệu trực quan báo mức độ: Vừa vặn hoàn hảo / Hơi chật / Hơi rộng.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Gắn huy hiệu 'Đã thử 3D · Vừa vặn' xuyên suốt từ Giỏ hàng tới Checkout.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05. LUỒNG NGHIỆP VỤ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Quản Trị Admin &amp; Giao Vận Bưu Cục GHN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Tự động hóa toàn bộ khâu xuất kho, tạo đơn bưu điện và in phiếu giao hàng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1546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788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563EB"/>
                </a:solidFill>
              </a:defRPr>
            </a:pPr>
            <a:r>
              <a:t>1. DASHBOARD QUẢN TRỊ ADMIN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Phân quyền quản trị Admin bảo mật qua Supabase Row-Level Security (RLS).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Quản lý toàn bộ danh sách đơn hàng: Trạng thái Đang chờ, Đã duyệt, Đang giao.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Xem chi tiết sản phẩm, số đo khách hàng, số điện thoại và địa chỉ giao hàng.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Nút duyệt đơn chuyển trạng thái sang Chuẩn bị đóng gói chỉ trong 1 thao tác.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37360"/>
            <a:ext cx="31546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1920240"/>
            <a:ext cx="2788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563EB"/>
                </a:solidFill>
              </a:defRPr>
            </a:pPr>
            <a:r>
              <a:t>2. TÍCH HỢP BƯU CỤC GHN THẬT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Kết nối trực tiếp API Giao Hàng Nhanh (GHN Dev Gateway).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1-click bấm 'Tạo vận đơn GHN': Tự động truyền kích thước, trọng lượng và tiền COD.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Bưu điện GHN phản hồi mã vận đơn bưu cục chính thức (VD: LYQGW4).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Đơn hàng xuất hiện tức thì trên bảng điều khiển bưu tá bưu điện https://5sao.ghn.dev.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737360"/>
            <a:ext cx="31546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920240"/>
            <a:ext cx="2788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563EB"/>
                </a:solidFill>
              </a:defRPr>
            </a:pPr>
            <a:r>
              <a:t>3. IN PHIẾU ĐÓNG HÀNG &amp; TRACKING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Bấm 'In phiếu giao hàng': Xuất mẫu phiếu in chuẩn bưu điện khổ A4/A5.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Tự động tạo mã vạch Barcode SVG, thông tin người gửi/nhận và ô thu tiền COD.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Hỗ trợ in trực tiếp từ trình duyệt hoặc lưu file PDF để dán lên thùng hàng.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Khách hàng bấm vào mã vận đơn để tra cứu lộ trình bưu phẩm trực tiếp.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06. ĐÁNH GIÁ &amp; KẾ HOẠCH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Kết Quả Kiểm Thử &amp; Kế Hoạch Nước Rút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Toàn bộ hệ thống vượt tiến độ đợt 1 và sẵn sàng bước vào giai đoạn hoàn thiện luận văn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8920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526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16A34A"/>
                </a:solidFill>
              </a:defRPr>
            </a:pPr>
            <a:r>
              <a:t>KẾT QUẢ KIỂM THỬ (100% PASS)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✔ 78 Pytest Backend: Kiểm thử toàn diện API, xác thực JWT, giỏ hàng, đặt hàng và kết nối GHN.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✔ 60 Node Integration Tests: Kiểm thử tính toàn vẹn tồn kho 2 lớp, chống oversell và tính idempotent khi checkout.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✔ 70 Vitest UI Tests: Kiểm thử tự động trên 15 test suites giao diện (Search, Filters, Cart, Checkout, Stylist).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✔ Khắc phục 100% lỗi màn hình trắng 3D do thứ tự hook React.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✔ Bảo đảm hệ thống hoạt động ổn định và sẵn sàng cho buổi demo.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737360"/>
            <a:ext cx="48920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920240"/>
            <a:ext cx="4526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2563EB"/>
                </a:solidFill>
              </a:defRPr>
            </a:pPr>
            <a:r>
              <a:t>KẾ HOẠCH NƯỚC RÚT (11/2026 – 12/2026)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➔ Tháng 11/2026: Tinh chỉnh giao diện hiển thị trên thiết bị di động (Mobile Responsive) cho mượt mà hơn.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➔ Tháng 11/2026: Hoàn thiện tài liệu thuyết minh Khóa luận Tốt nghiệp theo đúng biểu mẫu và quy cách của trường.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➔ Đầu 12/2026: Quay video demo toàn bộ các luồng sản phẩm để làm phương án dự phòng khi bảo vệ.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➔ Giữa 12/2026: Bảo vệ Đồ án Tốt nghiệp chính thức trước Hội đồng chấm thi.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